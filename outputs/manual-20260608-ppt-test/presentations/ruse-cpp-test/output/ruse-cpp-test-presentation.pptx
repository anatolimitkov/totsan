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d4e6cf3d24a25" /><Relationship Type="http://schemas.openxmlformats.org/officeDocument/2006/relationships/extended-properties" Target="/docProps/app.xml" Id="R85d271864ddb490d" /><Relationship Type="http://schemas.openxmlformats.org/officeDocument/2006/relationships/officeDocument" Target="/ppt/presentation.xml" Id="Rc3474e2e9d7c46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e0eb6ff4bf4fb8"/>
  </p:sldMasterIdLst>
  <p:notesMasterIdLst>
    <p:notesMasterId xmlns:r="http://schemas.openxmlformats.org/officeDocument/2006/relationships" r:id="R5575a16282a940b4"/>
  </p:notesMasterIdLst>
  <p:sldIdLst>
    <p:sldId xmlns:r="http://schemas.openxmlformats.org/officeDocument/2006/relationships" id="256" r:id="R7128d6509db2408e"/>
    <p:sldId xmlns:r="http://schemas.openxmlformats.org/officeDocument/2006/relationships" id="257" r:id="R5edfbef830614876"/>
    <p:sldId xmlns:r="http://schemas.openxmlformats.org/officeDocument/2006/relationships" id="258" r:id="R1be4fc47ce464c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be2a599b6e4fc6" /><Relationship Type="http://schemas.openxmlformats.org/officeDocument/2006/relationships/slideMaster" Target="/ppt/slideMasters/slideMaster1.xml" Id="R9be0eb6ff4bf4fb8" /><Relationship Type="http://schemas.openxmlformats.org/officeDocument/2006/relationships/notesMaster" Target="/ppt/notesMasters/notesMaster1.xml" Id="R5575a16282a940b4" /><Relationship Type="http://schemas.openxmlformats.org/officeDocument/2006/relationships/presProps" Target="/ppt/presProps.xml" Id="R243b320735a042c9" /><Relationship Type="http://schemas.openxmlformats.org/officeDocument/2006/relationships/viewProps" Target="/ppt/viewProps.xml" Id="R38698b8695c94de5" /><Relationship Type="http://schemas.openxmlformats.org/officeDocument/2006/relationships/tableStyles" Target="/ppt/tableStyles.xml" Id="R87ada96a940e486e" /><Relationship Type="http://schemas.openxmlformats.org/officeDocument/2006/relationships/slide" Target="/ppt/slides/slide1.xml" Id="R7128d6509db2408e" /><Relationship Type="http://schemas.openxmlformats.org/officeDocument/2006/relationships/slide" Target="/ppt/slides/slide2.xml" Id="R5edfbef830614876" /><Relationship Type="http://schemas.openxmlformats.org/officeDocument/2006/relationships/slide" Target="/ppt/slides/slide3.xml" Id="R1be4fc47ce464c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f4caf5122c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c6535b5ec544a7" /><Relationship Type="http://schemas.openxmlformats.org/officeDocument/2006/relationships/notesMaster" Target="/ppt/notesMasters/notesMaster1.xml" Id="R94d3244f5ef2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abb2cf55ff44fa" /><Relationship Type="http://schemas.openxmlformats.org/officeDocument/2006/relationships/notesMaster" Target="/ppt/notesMasters/notesMaster1.xml" Id="R1b1aaa04e35a48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da977611364dcb" /><Relationship Type="http://schemas.openxmlformats.org/officeDocument/2006/relationships/notesMaster" Target="/ppt/notesMasters/notesMaster1.xml" Id="Red7cbfcfd3a744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3ec6e0c524a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ecb3bbb044ddb" /><Relationship Type="http://schemas.openxmlformats.org/officeDocument/2006/relationships/slideLayout" Target="/ppt/slideLayouts/slideLayout1.xml" Id="R67d5c57c905d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d5c57c905d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e34e4979d4f7e" /><Relationship Type="http://schemas.openxmlformats.org/officeDocument/2006/relationships/notesSlide" Target="/ppt/notesSlides/notesSlide1.xml" Id="Ra6b3688bf4d847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9b872163e49f8" /><Relationship Type="http://schemas.openxmlformats.org/officeDocument/2006/relationships/notesSlide" Target="/ppt/notesSlides/notesSlide2.xml" Id="Rc00347b059884a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cc96a5b7946b1" /><Relationship Type="http://schemas.openxmlformats.org/officeDocument/2006/relationships/notesSlide" Target="/ppt/notesSlides/notesSlide3.xml" Id="R2fdbb16ba68c47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3BFCF-8FAC-481D-9DF7-C7DFB94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F172A"/>
              </a:gs>
              <a:gs pos="100000">
                <a:srgbClr val="1D4ED8"/>
              </a:gs>
            </a:gsLst>
            <a:lin ang="1500000"/>
          </a:gra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BC208-1C00-47F9-A1E6-4C034923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Ruse University · C++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2B9D5-4FB3-45B6-B021-B1A34749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685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A short presentation test built directly in Codex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A56C4-142C-4045-8E73-E56E807C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BEAFE"/>
                </a:solidFill>
                <a:latin typeface="Arial"/>
                <a:ea typeface="Arial"/>
                <a:cs typeface="Arial"/>
              </a:defRPr>
            </a:pPr>
            <a:r>
              <a:t>Topic: Introduction to C++</a:t>
            </a:r>
          </a:p>
          <a:p xmlns:a="http://schemas.openxmlformats.org/drawingml/2006/main">
            <a:pPr algn="l">
              <a:defRPr sz="1500">
                <a:solidFill>
                  <a:srgbClr val="DBEAFE"/>
                </a:solidFill>
                <a:latin typeface="Arial"/>
                <a:ea typeface="Arial"/>
                <a:cs typeface="Arial"/>
              </a:defRPr>
            </a:pPr>
            <a:r>
              <a:t>Purpose: quick proof that Codex can generate editable PowerPoint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178CC-30F8-4B1D-8512-765C5D17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04775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DC318-5126-41F8-B8AE-1D8A1431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2400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t>Why C++?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4A592-049D-4EDE-8E5B-17E80127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180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t>• fast and powerful</a:t>
            </a:r>
          </a:p>
          <a:p xmlns:a="http://schemas.openxmlformats.org/drawingml/2006/main">
            <a:pPr algn="l"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t>• strong control over memory</a:t>
            </a:r>
          </a:p>
          <a:p xmlns:a="http://schemas.openxmlformats.org/drawingml/2006/main">
            <a:pPr algn="l"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t>• used in systems, games, and embedded software</a:t>
            </a:r>
          </a:p>
        </p:txBody>
      </p:sp>
    </p:spTree>
    <p:extLst>
      <p:ext uri="{BB962C8B-B14F-4D97-AF65-F5344CB8AC3E}">
        <p14:creationId xmlns:p14="http://schemas.microsoft.com/office/powerpoint/2010/main" val="20068190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43AEE-58F7-460E-9207-7AD9DF83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t>Three core ideas every beginner meets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EA2F7-0512-4198-9BC4-D9A1D31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45DD6-69C7-43B0-8FA4-26D71135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solidFill>
              <a:srgbClr val="E0E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1048A-670D-4AD6-B530-3023F84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t>Syntax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8ED33-9C8A-4B5C-9E2C-2D371F6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457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t>C++ programs are built from statements, functions, and blocks inside curly braces.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E5F57-9FB7-41E7-96F4-18C223A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278CF-0E7E-4633-A961-7D987D2C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8C65D-271E-4950-AD0F-97707BEB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t>Variables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28D6A-ABE0-47CE-8BE2-72A68703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2457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t>You store values in typed variables such as int, double, char, and string.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76B3C-5DED-4240-B13F-607F8235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EAA07-E674-43EC-AFB0-7F6B246C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4310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0268D-69A4-4025-89FA-317E652D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t>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EE0B6-141A-4E5C-B356-A6FCE206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62300"/>
            <a:ext cx="2457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t>if, for, and while let the program make decisions and repeat work.</a:t>
            </a:r>
          </a:p>
        </p:txBody>
      </p:sp>
    </p:spTree>
    <p:extLst>
      <p:ext uri="{BB962C8B-B14F-4D97-AF65-F5344CB8AC3E}">
        <p14:creationId xmlns:p14="http://schemas.microsoft.com/office/powerpoint/2010/main" val="7714310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01C2F-0A09-4FD2-9D81-97C57981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Example: a minimal C++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3C97B-AAFC-49AF-8199-A7A5659F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572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2C37D-AD61-4441-A81D-523A9A24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590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t>#include &lt;iostream&gt;</a:t>
            </a:r>
          </a:p>
          <a:p xmlns:a="http://schemas.openxmlformats.org/drawingml/2006/main">
            <a:pPr algn="l">
              <a:defRPr sz="1575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t>int main() {</a:t>
            </a:r>
          </a:p>
          <a:p xmlns:a="http://schemas.openxmlformats.org/drawingml/2006/main">
            <a:pPr algn="l">
              <a:defRPr sz="1575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t>    std::cout &lt;&lt; "Hello, world!";</a:t>
            </a:r>
          </a:p>
          <a:p xmlns:a="http://schemas.openxmlformats.org/drawingml/2006/main">
            <a:pPr algn="l">
              <a:defRPr sz="1575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t>    return 0;</a:t>
            </a:r>
          </a:p>
          <a:p xmlns:a="http://schemas.openxmlformats.org/drawingml/2006/main">
            <a:pPr algn="l">
              <a:defRPr sz="1575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7B6E8-D247-43FE-9097-0CA517E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619500" cy="4095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C5C7-3190-4AA2-98ED-A403BECD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F172A"/>
                </a:solidFill>
                <a:latin typeface="Georgia"/>
                <a:ea typeface="Georgia"/>
                <a:cs typeface="Georgia"/>
              </a:defRPr>
            </a:pPr>
            <a:r>
              <a:t>What happens here?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92D43-E1F2-46F8-B067-98943CA2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19375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t>• iostream gives access to input and output</a:t>
            </a:r>
          </a:p>
          <a:p xmlns:a="http://schemas.openxmlformats.org/drawingml/2006/main">
            <a:pPr algn="l"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t>• main() is the program entry point</a:t>
            </a:r>
          </a:p>
          <a:p xmlns:a="http://schemas.openxmlformats.org/drawingml/2006/main">
            <a:pPr algn="l"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t>• std::cout prints text to the console</a:t>
            </a:r>
          </a:p>
          <a:p xmlns:a="http://schemas.openxmlformats.org/drawingml/2006/main">
            <a:pPr algn="l"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t>• return 0 means the program finished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1755642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2026-06-08T14:46:03.0880000Z</dcterms:created>
  <dcterms:modified xsi:type="dcterms:W3CDTF">2026-06-08T14:46:03.0880000Z</dcterms:modified>
</coreProperties>
</file>